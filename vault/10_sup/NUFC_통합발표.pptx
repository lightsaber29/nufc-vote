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43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NUFC 팬 투표 플랫폼 · 성능 개선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개발자의 밥줄을 찾아서</a:t>
            </a:r>
            <a:endParaRPr lang="en-US" sz="4000" dirty="0"/>
          </a:p>
          <a:p>
            <a:pPr indent="0" marL="0">
              <a:lnSpc>
                <a:spcPct val="118000"/>
              </a:lnSpc>
              <a:spcBef>
                <a:spcPts val="1400"/>
              </a:spcBef>
              <a:buNone/>
            </a:pPr>
            <a:r>
              <a:rPr lang="en-US" sz="2000" b="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성능을 고치러 갔더니 고칠 게 없었고, 대신 틀린 값이 나왔다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Next.js 렌더링 · 캐싱 정책       ② SQL 최적화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1D1D2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4617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LCP  14.4s → 4.9s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렌더링·캐싱을 바꾼 결과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66360" y="461772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1D1D2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0" y="4617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8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  500 → 72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표시돼야 할 500이 72로 보였다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2026-08-26  ·  발표 5분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분석 — 개선 가능한 지점 두 곳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인프라부터 뜯어봤다. 고칠 수 있는 곳이 두 군데 나왔다.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75320" y="1508760"/>
            <a:ext cx="3456432" cy="219456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41080" y="1737360"/>
            <a:ext cx="457200" cy="457200"/>
          </a:xfrm>
          <a:prstGeom prst="ellipse">
            <a:avLst/>
          </a:prstGeom>
          <a:solidFill>
            <a:srgbClr val="41B6E6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41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253728" y="1783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언제 가져오는가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렌더링 · 캐싱 정책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283464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조회가 브라우저 useEffect에서 출발한다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라우트·쿼리 단위 캐싱 정책이 없다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75320" y="3840480"/>
            <a:ext cx="3456432" cy="2304288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41080" y="4069080"/>
            <a:ext cx="457200" cy="457200"/>
          </a:xfrm>
          <a:prstGeom prst="ellipse">
            <a:avLst/>
          </a:prstGeom>
          <a:solidFill>
            <a:srgbClr val="141416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641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253728" y="4114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얼마나 가져오는가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최적화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5120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없는 select가 28곳 중 23곳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 집계를 DB가 아니라 JS에서 한다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852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두 번호가 발표 내내 이정표입니다.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pic>
        <p:nvPicPr>
          <p:cNvPr id="19" name="ArchDiagra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7223760" cy="3484187"/>
          </a:xfrm>
          <a:prstGeom prst="rect">
            <a:avLst/>
          </a:prstGeom>
        </p:spPr>
      </p:pic>
      <p:sp>
        <p:nvSpPr>
          <p:cNvPr id="20" name="Badge1"/>
          <p:cNvSpPr/>
          <p:nvPr/>
        </p:nvSpPr>
        <p:spPr>
          <a:xfrm>
            <a:off x="3003346" y="4016452"/>
            <a:ext cx="402336" cy="402336"/>
          </a:xfrm>
          <a:prstGeom prst="ellipse">
            <a:avLst/>
          </a:prstGeom>
          <a:solidFill>
            <a:srgbClr val="41B6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F0F10"/>
                </a:solidFill>
                <a:latin typeface="Malgun Gothic"/>
              </a:rPr>
              <a:t>1</a:t>
            </a:r>
          </a:p>
        </p:txBody>
      </p:sp>
      <p:sp>
        <p:nvSpPr>
          <p:cNvPr id="21" name="Badge2"/>
          <p:cNvSpPr/>
          <p:nvPr/>
        </p:nvSpPr>
        <p:spPr>
          <a:xfrm>
            <a:off x="3725722" y="3884034"/>
            <a:ext cx="402336" cy="402336"/>
          </a:xfrm>
          <a:prstGeom prst="ellipse">
            <a:avLst/>
          </a:prstGeom>
          <a:solidFill>
            <a:srgbClr val="14141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문제는 쿼리가 아니라 출발선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1051560" y="17099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— 데이터 요청이 세 걸음 늦게 출발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51560" y="2258568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51560" y="2258568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수신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788920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3072384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51560" y="307238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 번들 다운로드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602736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886200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51560" y="3886200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실행 → useEffect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416552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51560" y="4700016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A81E26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51560" y="4700016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여기서야 Supabase 요청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36792" y="14173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748272" y="17099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— 데이터가 HTML보다 먼저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48272" y="2258568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41B6E6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748272" y="2258568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서버에서 Supabase 조회 (병렬)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48272" y="2788920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48272" y="3072384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748272" y="307238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/ RSC 생성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48272" y="3602736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48272" y="3886200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748272" y="3886200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수신 — 이미 채워진 화면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48272" y="4416552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48272" y="4700016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748272" y="4700016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HomeClient hydration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번들 다운로드는 HTML 파싱 중 시작되지만 데이터 요청은 직렬이다. 요청 시작점을 «브라우저 JS 실행 이후»에서 «서버가 HTML을 만들기 전»으로 옮겼다. 서로 의존하지 않는 조회는 Promise.all로 병렬 발사.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렌더링 · 캐싱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캐싱은 별개 작업이 아니라 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조회를 서버로 옮기면 그 시간이 TTFB로 청구된다. TTL 정책이 그 청구서를 막는다.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806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51560" y="21671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성격에 따라 TTL을 나눴다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4320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투표 섹션 / 투표 목록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358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수가 계속 변한다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7432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52958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선수 후보 명단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822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사실상 시즌 단위 고정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5295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3600초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31596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예측 제출 내역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6085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데이터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3159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81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제외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93992" y="1874520"/>
            <a:ext cx="4757623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205472" y="1874520"/>
            <a:ext cx="3934663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LCP</a:t>
            </a:r>
            <a:endParaRPr lang="en-US" sz="12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14.4s → 4.89s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-66% · Lighthouse 모바일 4x CPU 스로틀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93992" y="3584448"/>
            <a:ext cx="4757623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205472" y="3584448"/>
            <a:ext cx="3934663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응답 시간</a:t>
            </a:r>
            <a:endParaRPr lang="en-US" sz="12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10ms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«서버로 옮기면 TTFB가 늦어진다»에 대한 답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정책은 눈에 보이지 않아 리팩터링 중 조용히 지워진다. cache-policy.test.mjs / prefetch-policy.test.mjs로 고정해 뒀다.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렌더링 · 캐싱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→  ②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 그 캐시에 담긴 값은 맞는가?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429000"/>
            <a:ext cx="10911535" cy="1645920"/>
          </a:xfrm>
          <a:prstGeom prst="roundRect">
            <a:avLst>
              <a:gd name="adj" fmla="val 4444"/>
            </a:avLst>
          </a:prstGeom>
          <a:solidFill>
            <a:srgbClr val="1D1D2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3429000"/>
            <a:ext cx="9997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41B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/polls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는 당시 빌드 산출물에서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41B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(Static)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시점에 만든 HTML을 계속 내보낸다 — revalidate 선언이 없어 잘린 집계가 그대로 굳는다.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이 만든 정적 생성·캐싱 구조는 맞는 값만 굳히는 게 아니다. 틀린 값도 똑같이 굳힌다.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→  ②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트래픽이 0인 서비스에서 뭘 재나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52행짜리 테이블은 무엇을 어떻게 짜도 빠르다. 임의의 10만 표 대신, 서비스 목표에서 규모를 유도했다.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091153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DAU 100명  ×  운영 중인 투표 10개  ×  1인 1표  =  </a:t>
            </a:r>
            <a:pPr algn="ctr" indent="0" marL="0">
              <a:buNone/>
            </a:pPr>
            <a:r>
              <a:rPr lang="en-US" sz="24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401568"/>
            <a:ext cx="5349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51560" y="36941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041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37216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4805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1회당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36792" y="3401568"/>
            <a:ext cx="5349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748272" y="36941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748272" y="4041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rating_votes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942832" y="37216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14행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748272" y="44805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1회당 · 선수 수만큼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«사용자 100명»인데 한쪽은 500행, 다른 쪽은 7,000행이다. 사용자 수만 보고 규모를 가늠하면 14배를 놓친다.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SQL 최적화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예상과 실측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규모를 데이터로 만들어 부하를 걸었다. 두 칸 다 예상이 틀렸다.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2697480"/>
          </a:xfrm>
          <a:prstGeom prst="roundRect">
            <a:avLst>
              <a:gd name="adj" fmla="val 2712"/>
            </a:avLst>
          </a:prstGeom>
          <a:solidFill>
            <a:srgbClr val="1D1D2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51560" y="21488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780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— 병목을 찾을 것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6207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77배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6576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여유 · 고칠 것이 없다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97764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 피크 0.33 세션/s vs 안정 처리 25.47 세션/s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36792" y="1874520"/>
            <a:ext cx="5349240" cy="2697480"/>
          </a:xfrm>
          <a:prstGeom prst="roundRect">
            <a:avLst>
              <a:gd name="adj" fmla="val 2712"/>
            </a:avLst>
          </a:prstGeom>
          <a:solidFill>
            <a:srgbClr val="1D1D2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748272" y="21488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748272" y="24780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— 문제 없음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48272" y="286207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8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 → 72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748272" y="36576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표시되는 참여자 수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48272" y="397764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없음 · HTTP 200 · 정상 배열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8646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86460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Supabase의 db-max-rows = 1,000 — 상한 없는 select가 조용히 잘린다 (PostgREST 자체 기본값은 무제한)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2852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endParaRPr lang="en-US" sz="1300" dirty="0"/>
          </a:p>
        </p:txBody>
      </p:sp>
      <p:sp>
        <p:nvSpPr>
          <p:cNvPr id="18" name="Text 16_dup"/>
          <p:cNvSpPr txBox="1"/>
          <p:nvPr/>
        </p:nvSpPr>
        <p:spPr>
          <a:xfrm>
            <a:off x="640080" y="57607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528523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선수 14명 기준, 목록에 평점 투표 5개면 참여자 14명에서 이미 틀린다</a:t>
            </a:r>
            <a:endParaRPr lang="en-US" sz="1300" dirty="0"/>
          </a:p>
        </p:txBody>
      </p:sp>
      <p:sp>
        <p:nvSpPr>
          <p:cNvPr id="19" name="Text 17_dup"/>
          <p:cNvSpPr txBox="1"/>
          <p:nvPr/>
        </p:nvSpPr>
        <p:spPr>
          <a:xfrm>
            <a:off x="1691640" y="57607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 = 100명 × 평점 투표 5개  ·  현실 피크 0.33 세션/s = 100명 / 300초 전원 유입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SQL 최적화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 / 남은 과제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39112"/>
            <a:ext cx="512064" cy="512064"/>
          </a:xfrm>
          <a:prstGeom prst="ellipse">
            <a:avLst/>
          </a:prstGeom>
          <a:solidFill>
            <a:srgbClr val="41B6E6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2039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65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문제는 «무엇이 느린가»보다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«어디서 시작하는가»를 먼저 본다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862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쿼리인데 시작 시점만 옮겨서 LCP가 1/3이 됐다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730752"/>
            <a:ext cx="512064" cy="512064"/>
          </a:xfrm>
          <a:prstGeom prst="ellipse">
            <a:avLst/>
          </a:prstGeom>
          <a:solidFill>
            <a:srgbClr val="41B6E6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" y="3730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6576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최적화는 트레이드오프다.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캐싱은 그 짝이지 별개 작업이 아니다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553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서버로 옮긴 조회 시간은 TTFB로 청구된다</a:t>
            </a:r>
            <a:endParaRPr lang="en-US" sz="1200" dirty="0"/>
          </a:p>
        </p:txBody>
      </p:sp>
      <p:sp>
        <p:nvSpPr>
          <p:cNvPr id="11" name="Text fixnote"/>
          <p:cNvSpPr txBox="1"/>
          <p:nvPr/>
        </p:nvSpPr>
        <p:spPr>
          <a:xfrm>
            <a:off x="640080" y="5029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4장의 /polls Static 은 이후 revalidate = 30 으로 수정 완료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371600"/>
            <a:ext cx="4647895" cy="3566160"/>
          </a:xfrm>
          <a:prstGeom prst="roundRect">
            <a:avLst>
              <a:gd name="adj" fmla="val 2051"/>
            </a:avLst>
          </a:prstGeom>
          <a:solidFill>
            <a:srgbClr val="1D1D21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315200" y="1645920"/>
            <a:ext cx="3824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과제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60920" y="2249424"/>
            <a:ext cx="118872" cy="118872"/>
          </a:xfrm>
          <a:prstGeom prst="ellipse">
            <a:avLst/>
          </a:prstGeom>
          <a:solidFill>
            <a:srgbClr val="9A9AA2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680960" y="2130552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Hydration mismatch (#423)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496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SSR HTML을 버리고 root를 다시 그린다 — 최우선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60920" y="3209544"/>
            <a:ext cx="118872" cy="118872"/>
          </a:xfrm>
          <a:prstGeom prst="ellipse">
            <a:avLst/>
          </a:prstGeom>
          <a:solidFill>
            <a:srgbClr val="9A9AA2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680960" y="3090672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Cache-Control 회귀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34564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로고 캐시 수명 7일 → 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0920" y="4169664"/>
            <a:ext cx="118872" cy="118872"/>
          </a:xfrm>
          <a:prstGeom prst="ellipse">
            <a:avLst/>
          </a:prstGeom>
          <a:solidFill>
            <a:srgbClr val="9A9AA2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680960" y="4050792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 집계 서버 측 전환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44165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COUNT(DISTINCT user_id) — RPC 또는 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지점 다 부하를 걸어보기 전에는 몰랐다. 측정하지 않으면 개선했다고도, 멀쩡하다고도 말할 수 없다.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개선 포인트 두 개를 잡고 들어갔더니, 하나는 고칠 게 없었다</dc:title>
  <dc:subject>PptxGenJS Presentation</dc:subject>
  <dc:creator>숩숩</dc:creator>
  <cp:lastModifiedBy>숩숩</cp:lastModifiedBy>
  <cp:revision>1</cp:revision>
  <dcterms:created xsi:type="dcterms:W3CDTF">2026-08-26T01:48:06Z</dcterms:created>
  <dcterms:modified xsi:type="dcterms:W3CDTF">2026-08-26T01:48:06Z</dcterms:modified>
</cp:coreProperties>
</file>